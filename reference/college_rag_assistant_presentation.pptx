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8676" y="731520"/>
            <a:ext cx="1371600" cy="13716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1284" y="1024128"/>
            <a:ext cx="786384" cy="7863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423160"/>
            <a:ext cx="10360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College Knowledge Assistant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1097280" y="3611880"/>
            <a:ext cx="9994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 chatbot + structured records system that answers student and faculty questions accurately, by role and by semester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58064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 ·  TRIDYATECH LIMITED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61722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Venisha Champaneri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6537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 information that's scattered across circulars, timetables, syllabi, and policy PDFs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place to search — most answers mean digging through several documents or asking around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documents get revised often, so even the right PDF can be out of date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result: confusion, wasted time, and the same questions landing on faculty and admin staff again and again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406640" y="1600200"/>
            <a:ext cx="423367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62672" y="193395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976" y="20802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12480" y="180136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Circulars &amp; Notices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412480" y="2258568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throughout the year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406640" y="3090672"/>
            <a:ext cx="423367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662672" y="342442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76" y="357073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12480" y="329184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412480" y="374904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per branch &amp; semester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406640" y="4581144"/>
            <a:ext cx="423367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662672" y="49149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5061204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12480" y="4782312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Policies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412480" y="5239512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Placements, attendance, exams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36752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41248" y="198424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13055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1248" y="2679192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from real documents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841248" y="3118104"/>
            <a:ext cx="4782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is generated from official college PDFs and notices — not guesses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45352" y="1691640"/>
            <a:ext cx="536752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37960" y="198424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213055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37960" y="2679192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its sources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6537960" y="3118104"/>
            <a:ext cx="4782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answer names the exact document and section it came from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4160520"/>
            <a:ext cx="536752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41248" y="445312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599432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41248" y="5148072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the conversation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841248" y="5586984"/>
            <a:ext cx="4782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follow-up questions without the student repeating context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245352" y="4160520"/>
            <a:ext cx="536752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537960" y="445312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4599432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537960" y="5148072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what it doesn't know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6537960" y="5586984"/>
            <a:ext cx="4782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“not found in official documents” instead of guessing on policy questions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Capabilities — Data &amp; Access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36752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41248" y="19842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13055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1248" y="2679192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Semester-aware timetables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841248" y="3118104"/>
            <a:ext cx="4782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 sees only their own branch, semester, and lab schedule — not a generic table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45352" y="1691640"/>
            <a:ext cx="536752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37960" y="19842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213055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37960" y="2679192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mapped to subjects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6537960" y="3118104"/>
            <a:ext cx="4782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Subject-faculty assignments are tracked per semester, so “who teaches X” has one correct answer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4160520"/>
            <a:ext cx="536752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41248" y="445312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599432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41248" y="5148072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results lookup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841248" y="5586984"/>
            <a:ext cx="4782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by branch, semester, and exam type — midsem or finals — before any number is shown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245352" y="4160520"/>
            <a:ext cx="536752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537960" y="445312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4599432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537960" y="5148072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every file type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6537960" y="5586984"/>
            <a:ext cx="4782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Excel sheets, and Word documents all feed the same assistant, parsed the right way for each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Capabilities — Access &amp; Automation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89280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039112"/>
            <a:ext cx="219456" cy="2194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16916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&amp; admin login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4480560" y="1691640"/>
            <a:ext cx="7159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get read-only chat access; faculty/admin get a separate login to upload and update records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548640" y="297180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118104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277063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before assuming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4480560" y="2770632"/>
            <a:ext cx="7159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underspecified question (“what's my timetable?”) gets a follow-up with options instead of a guess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48640" y="405079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197096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3849624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generator for faculty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4480560" y="3849624"/>
            <a:ext cx="7159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subject material into a draft question bank or slide deck that a professor reviews before publishing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548640" y="5129784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76088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25880" y="4928616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Date-wise document versioning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4480560" y="4928616"/>
            <a:ext cx="7159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upload is timestamped, so the assistant always knows which circular is current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and structured records are ingested once (auth-gated); every student question is then routed live to the right engine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156716" y="1938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— DOCUMENT &amp; DATA UPLOAD (ADMIN / FACULTY)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56716" y="2240280"/>
            <a:ext cx="3017520" cy="777240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293876" y="2313432"/>
            <a:ext cx="274320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Faculty Upload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93876" y="266776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DOCX · XLSX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85716" y="2240280"/>
            <a:ext cx="3017520" cy="777240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722876" y="2313432"/>
            <a:ext cx="274320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Format-Aware Parsing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722876" y="266776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extractor per file type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14716" y="2240280"/>
            <a:ext cx="3017520" cy="777240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8151876" y="2313432"/>
            <a:ext cx="274320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151876" y="266776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+ structured tables, dated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56716" y="32186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— STUDENT QUESTION (AUTH-GATED)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156716" y="3520440"/>
            <a:ext cx="3017520" cy="77724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1293876" y="3593592"/>
            <a:ext cx="274320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Query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93876" y="394792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in chat UI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85716" y="3520440"/>
            <a:ext cx="3017520" cy="77724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4722876" y="3593592"/>
            <a:ext cx="274320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Router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722876" y="394792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document, or unclear?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14716" y="3520440"/>
            <a:ext cx="3017520" cy="77724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8151876" y="3593592"/>
            <a:ext cx="274320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Retrieval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151876" y="394792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semantic search, by branch/semester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85716" y="4572000"/>
            <a:ext cx="3017520" cy="68580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/>
        </p:spPr>
      </p:sp>
      <p:sp>
        <p:nvSpPr>
          <p:cNvPr id="25" name="Text 23"/>
          <p:cNvSpPr/>
          <p:nvPr/>
        </p:nvSpPr>
        <p:spPr>
          <a:xfrm>
            <a:off x="4722876" y="4645152"/>
            <a:ext cx="27432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 Synthesis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22876" y="494919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records + retrieved text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85716" y="5532120"/>
            <a:ext cx="3017520" cy="68580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/>
        </p:spPr>
      </p:sp>
      <p:sp>
        <p:nvSpPr>
          <p:cNvPr id="28" name="Text 26"/>
          <p:cNvSpPr/>
          <p:nvPr/>
        </p:nvSpPr>
        <p:spPr>
          <a:xfrm>
            <a:off x="4722876" y="5605272"/>
            <a:ext cx="27432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Answer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22876" y="590931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source or record — asks a follow-up if unclear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74236" y="2628900"/>
            <a:ext cx="411480" cy="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03236" y="2628900"/>
            <a:ext cx="411480" cy="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74236" y="3909060"/>
            <a:ext cx="411480" cy="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03236" y="3909060"/>
            <a:ext cx="411480" cy="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23476" y="3017520"/>
            <a:ext cx="0" cy="50292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23476" y="4297680"/>
            <a:ext cx="0" cy="13716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94476" y="4434840"/>
            <a:ext cx="3429000" cy="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94476" y="4434840"/>
            <a:ext cx="0" cy="13716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94476" y="5257800"/>
            <a:ext cx="0" cy="27432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44752"/>
            <a:ext cx="3465576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052828" y="159105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132" y="1737360"/>
            <a:ext cx="164592" cy="1645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210312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Processing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94944" y="2414016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PyMuPDF, python-docx, openpyxl, Tesseract OCR</a:t>
            </a:r>
            <a:endParaRPr lang="en-US" sz="970" dirty="0"/>
          </a:p>
        </p:txBody>
      </p:sp>
      <p:sp>
        <p:nvSpPr>
          <p:cNvPr id="10" name="Shape 6"/>
          <p:cNvSpPr/>
          <p:nvPr/>
        </p:nvSpPr>
        <p:spPr>
          <a:xfrm>
            <a:off x="4361688" y="1444752"/>
            <a:ext cx="3465576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865876" y="159105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80" y="1737360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53128" y="210312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507992" y="2414016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(PyTorch)</a:t>
            </a:r>
            <a:endParaRPr lang="en-US" sz="970" dirty="0"/>
          </a:p>
        </p:txBody>
      </p:sp>
      <p:sp>
        <p:nvSpPr>
          <p:cNvPr id="15" name="Shape 10"/>
          <p:cNvSpPr/>
          <p:nvPr/>
        </p:nvSpPr>
        <p:spPr>
          <a:xfrm>
            <a:off x="8174736" y="1444752"/>
            <a:ext cx="3465576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678924" y="159105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5228" y="1737360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66176" y="210312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8321040" y="2414016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 (structured + vector, unified)</a:t>
            </a:r>
            <a:endParaRPr lang="en-US" sz="970" dirty="0"/>
          </a:p>
        </p:txBody>
      </p:sp>
      <p:sp>
        <p:nvSpPr>
          <p:cNvPr id="20" name="Shape 14"/>
          <p:cNvSpPr/>
          <p:nvPr/>
        </p:nvSpPr>
        <p:spPr>
          <a:xfrm>
            <a:off x="548640" y="3136392"/>
            <a:ext cx="3465576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2052828" y="328269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9132" y="3429000"/>
            <a:ext cx="164592" cy="16459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79476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694944" y="4105656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/ Django REST</a:t>
            </a:r>
            <a:endParaRPr lang="en-US" sz="970" dirty="0"/>
          </a:p>
        </p:txBody>
      </p:sp>
      <p:sp>
        <p:nvSpPr>
          <p:cNvPr id="25" name="Shape 18"/>
          <p:cNvSpPr/>
          <p:nvPr/>
        </p:nvSpPr>
        <p:spPr>
          <a:xfrm>
            <a:off x="4361688" y="3136392"/>
            <a:ext cx="3465576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5865876" y="328269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2180" y="3429000"/>
            <a:ext cx="164592" cy="16459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453128" y="379476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4507992" y="4105656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70" dirty="0"/>
          </a:p>
        </p:txBody>
      </p:sp>
      <p:sp>
        <p:nvSpPr>
          <p:cNvPr id="30" name="Shape 22"/>
          <p:cNvSpPr/>
          <p:nvPr/>
        </p:nvSpPr>
        <p:spPr>
          <a:xfrm>
            <a:off x="8174736" y="3136392"/>
            <a:ext cx="3465576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9678924" y="328269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5228" y="3429000"/>
            <a:ext cx="164592" cy="16459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266176" y="379476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Generation</a:t>
            </a:r>
            <a:endParaRPr lang="en-US" sz="1250" dirty="0"/>
          </a:p>
        </p:txBody>
      </p:sp>
      <p:sp>
        <p:nvSpPr>
          <p:cNvPr id="34" name="Text 25"/>
          <p:cNvSpPr/>
          <p:nvPr/>
        </p:nvSpPr>
        <p:spPr>
          <a:xfrm>
            <a:off x="8321040" y="4105656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Groq, or local via Ollama</a:t>
            </a:r>
            <a:endParaRPr lang="en-US" sz="970" dirty="0"/>
          </a:p>
        </p:txBody>
      </p:sp>
      <p:sp>
        <p:nvSpPr>
          <p:cNvPr id="35" name="Shape 26"/>
          <p:cNvSpPr/>
          <p:nvPr/>
        </p:nvSpPr>
        <p:spPr>
          <a:xfrm>
            <a:off x="548640" y="4828032"/>
            <a:ext cx="3465576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2052828" y="4974336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9132" y="5120640"/>
            <a:ext cx="164592" cy="164592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40080" y="548640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50" dirty="0"/>
          </a:p>
        </p:txBody>
      </p:sp>
      <p:sp>
        <p:nvSpPr>
          <p:cNvPr id="39" name="Text 29"/>
          <p:cNvSpPr/>
          <p:nvPr/>
        </p:nvSpPr>
        <p:spPr>
          <a:xfrm>
            <a:off x="694944" y="5797296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role-based access control</a:t>
            </a:r>
            <a:endParaRPr lang="en-US" sz="970" dirty="0"/>
          </a:p>
        </p:txBody>
      </p:sp>
      <p:sp>
        <p:nvSpPr>
          <p:cNvPr id="40" name="Shape 30"/>
          <p:cNvSpPr/>
          <p:nvPr/>
        </p:nvSpPr>
        <p:spPr>
          <a:xfrm>
            <a:off x="4361688" y="4828032"/>
            <a:ext cx="3465576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5865876" y="4974336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2180" y="5120640"/>
            <a:ext cx="164592" cy="164592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4453128" y="548640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Routing</a:t>
            </a:r>
            <a:endParaRPr lang="en-US" sz="1250" dirty="0"/>
          </a:p>
        </p:txBody>
      </p:sp>
      <p:sp>
        <p:nvSpPr>
          <p:cNvPr id="44" name="Text 33"/>
          <p:cNvSpPr/>
          <p:nvPr/>
        </p:nvSpPr>
        <p:spPr>
          <a:xfrm>
            <a:off x="4507992" y="5797296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classifier — structured vs. document</a:t>
            </a:r>
            <a:endParaRPr lang="en-US" sz="970" dirty="0"/>
          </a:p>
        </p:txBody>
      </p:sp>
      <p:sp>
        <p:nvSpPr>
          <p:cNvPr id="45" name="Shape 34"/>
          <p:cNvSpPr/>
          <p:nvPr/>
        </p:nvSpPr>
        <p:spPr>
          <a:xfrm>
            <a:off x="8174736" y="4828032"/>
            <a:ext cx="3465576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46" name="Shape 35"/>
          <p:cNvSpPr/>
          <p:nvPr/>
        </p:nvSpPr>
        <p:spPr>
          <a:xfrm>
            <a:off x="9678924" y="4974336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25228" y="5120640"/>
            <a:ext cx="164592" cy="164592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8266176" y="548640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Generation Agent</a:t>
            </a:r>
            <a:endParaRPr lang="en-US" sz="1250" dirty="0"/>
          </a:p>
        </p:txBody>
      </p:sp>
      <p:sp>
        <p:nvSpPr>
          <p:cNvPr id="49" name="Text 37"/>
          <p:cNvSpPr/>
          <p:nvPr/>
        </p:nvSpPr>
        <p:spPr>
          <a:xfrm>
            <a:off x="8321040" y="5797296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python-pptx for question banks &amp; slides</a:t>
            </a:r>
            <a:endParaRPr lang="en-US" sz="9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Approach — Algorithm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385816" cy="4709160"/>
          </a:xfrm>
          <a:prstGeom prst="roundRect">
            <a:avLst>
              <a:gd name="adj" fmla="val 2330"/>
            </a:avLst>
          </a:prstGeom>
          <a:solidFill>
            <a:srgbClr val="21295C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856232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— OFFLINE, ON UPLOAD (ADMIN / FACULTY)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68680" y="2313432"/>
            <a:ext cx="474573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 Authenticate uploader (admin/faculty role only)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 Detect file type — PDF, DOCX, or XLSX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 Tabular data → validate columns, upsert into relational DB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 Prose documents → OCR if scanned, chunk, embed into vector index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 Tag every record with upload date and source file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54496" y="1600200"/>
            <a:ext cx="5385816" cy="4709160"/>
          </a:xfrm>
          <a:prstGeom prst="roundRect">
            <a:avLst>
              <a:gd name="adj" fmla="val 2330"/>
            </a:avLst>
          </a:prstGeom>
          <a:solidFill>
            <a:srgbClr val="21295C"/>
          </a:solidFill>
          <a:ln/>
        </p:spPr>
      </p:sp>
      <p:sp>
        <p:nvSpPr>
          <p:cNvPr id="9" name="Text 6"/>
          <p:cNvSpPr/>
          <p:nvPr/>
        </p:nvSpPr>
        <p:spPr>
          <a:xfrm>
            <a:off x="6574536" y="1856232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— ONLINE, PER QUESTION (STUDENT)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574536" y="2313432"/>
            <a:ext cx="474573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 Authenticate student; load their branch and semester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 Parse the question; detect any missing detail (e.g. semester)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 Missing detail → ask a follow-up question with options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 Classify intent — structured lookup or document search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 Structured → run SQL scoped to student's branch/semester/exam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 Document → embed query, retrieve top-k latest-version chunks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 Send results + question to the LLM for a grounded answer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  Return the answer with its source citation or record reference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Strategy — Real Data, Responsibly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385816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189280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03911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1892808"/>
            <a:ext cx="4014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Knowledge Base — Real, Public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868680" y="2697480"/>
            <a:ext cx="4745736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UGC &amp; AICTE circulars and handbooks — real, current Indian higher-ed policy documents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MultiDoc2Dial &amp; DoQA — for evaluating multi-turn, document-grounded Q&amp;A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2.0 — for tuning the “not found” abstention threshold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L3Cube-HingCorpus — for Hindi-English mixed-language queries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54496" y="1600200"/>
            <a:ext cx="5385816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74536" y="1892808"/>
            <a:ext cx="566928" cy="566928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03911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06056" y="1892808"/>
            <a:ext cx="4014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Records — Realistic Seed Data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6574536" y="2697480"/>
            <a:ext cx="4745736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Timetables, attendance, results, and faculty-subject mappings are private student data — no public dataset of a real college's live records exists, nor should it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seed-data generator creates realistic records: standard 8-semester structure, real subject-naming conventions, plausible attendance patterns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labeled as demo data, structured so the college's real records can replace it directly at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975104"/>
            <a:ext cx="219456" cy="2194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1691640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Digital-ready documents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480560" y="1691640"/>
            <a:ext cx="71597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provides circulars, timetables, and policies as PDFs, Word files, Excel sheets, or clean scans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2752344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98648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2615184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availability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4480560" y="2615184"/>
            <a:ext cx="71597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Faculty/admin can provide timetables, attendance, and results as spreadsheets with consistent columns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367588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3822192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3538728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identity known at login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4480560" y="3538728"/>
            <a:ext cx="71597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student's branch and semester come from their account, so most answers can be scoped automatically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48640" y="459943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4745736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25880" y="4462272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content is authoritative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4480560" y="4462272"/>
            <a:ext cx="71597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is uploaded is treated as the current, official version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548640" y="552297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5669280"/>
            <a:ext cx="219456" cy="21945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325880" y="5385816"/>
            <a:ext cx="3063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connectivity</a:t>
            </a:r>
            <a:endParaRPr lang="en-US" sz="1400" dirty="0"/>
          </a:p>
        </p:txBody>
      </p:sp>
      <p:sp>
        <p:nvSpPr>
          <p:cNvPr id="24" name="Text 16"/>
          <p:cNvSpPr/>
          <p:nvPr/>
        </p:nvSpPr>
        <p:spPr>
          <a:xfrm>
            <a:off x="4480560" y="5385816"/>
            <a:ext cx="71597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internet access is available wherever students use it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764792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911096"/>
            <a:ext cx="146304" cy="1463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1691640"/>
            <a:ext cx="3063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index current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480560" y="1691640"/>
            <a:ext cx="7159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circulars need to be marked outdated the moment a new one replaces them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2450592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596896"/>
            <a:ext cx="146304" cy="14630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2377440"/>
            <a:ext cx="3063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quality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480560" y="2377440"/>
            <a:ext cx="7159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or handwritten notices are harder to read accurately than typed PDFs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48640" y="3136392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3282696"/>
            <a:ext cx="146304" cy="14630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3063240"/>
            <a:ext cx="3063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confident wrong answers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4480560" y="3063240"/>
            <a:ext cx="7159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questions can't afford a guess dressed up as fact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48640" y="3822192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3968496"/>
            <a:ext cx="146304" cy="14630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25880" y="3749040"/>
            <a:ext cx="3063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ready test set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4480560" y="3749040"/>
            <a:ext cx="7159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existing bank of real student questions to measure accuracy against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548640" y="4507992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4654296"/>
            <a:ext cx="146304" cy="14630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325880" y="4434840"/>
            <a:ext cx="3063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Mixed-language queries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4480560" y="4434840"/>
            <a:ext cx="7159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often type in a mix of Gujarati, Hindi, and English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548640" y="5193792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5340096"/>
            <a:ext cx="146304" cy="14630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325880" y="5120640"/>
            <a:ext cx="3063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vs. document routing</a:t>
            </a:r>
            <a:endParaRPr lang="en-US" sz="1300" dirty="0"/>
          </a:p>
        </p:txBody>
      </p:sp>
      <p:sp>
        <p:nvSpPr>
          <p:cNvPr id="28" name="Text 19"/>
          <p:cNvSpPr/>
          <p:nvPr/>
        </p:nvSpPr>
        <p:spPr>
          <a:xfrm>
            <a:off x="4480560" y="5120640"/>
            <a:ext cx="7159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Telling “what's my attendance” apart from “what's the attendance policy” has to be reliable</a:t>
            </a:r>
            <a:endParaRPr lang="en-US" sz="1200" dirty="0"/>
          </a:p>
        </p:txBody>
      </p:sp>
      <p:sp>
        <p:nvSpPr>
          <p:cNvPr id="29" name="Shape 20"/>
          <p:cNvSpPr/>
          <p:nvPr/>
        </p:nvSpPr>
        <p:spPr>
          <a:xfrm>
            <a:off x="548640" y="5879592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" y="6025896"/>
            <a:ext cx="146304" cy="146304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325880" y="5806440"/>
            <a:ext cx="3063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access controls tight</a:t>
            </a:r>
            <a:endParaRPr lang="en-US" sz="1300" dirty="0"/>
          </a:p>
        </p:txBody>
      </p:sp>
      <p:sp>
        <p:nvSpPr>
          <p:cNvPr id="32" name="Text 22"/>
          <p:cNvSpPr/>
          <p:nvPr/>
        </p:nvSpPr>
        <p:spPr>
          <a:xfrm>
            <a:off x="4480560" y="5806440"/>
            <a:ext cx="7159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query must never surface another student's records or an unpublished draft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114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Questions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63624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9928"/>
            <a:ext cx="128016" cy="1280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1417320"/>
            <a:ext cx="10451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the assistant plug into the college's existing student portal, or run as a standalone tool for now?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548640" y="240487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551176"/>
            <a:ext cx="128016" cy="12801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2258568"/>
            <a:ext cx="10451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scale should it be built for — how many documents, how many students at once?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548640" y="324612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3392424"/>
            <a:ext cx="128016" cy="12801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88720" y="3099816"/>
            <a:ext cx="10451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preference on which AI service to use, given student data privacy?</a:t>
            </a:r>
            <a:endParaRPr lang="en-US" sz="1350" dirty="0"/>
          </a:p>
        </p:txBody>
      </p:sp>
      <p:sp>
        <p:nvSpPr>
          <p:cNvPr id="14" name="Shape 8"/>
          <p:cNvSpPr/>
          <p:nvPr/>
        </p:nvSpPr>
        <p:spPr>
          <a:xfrm>
            <a:off x="548640" y="4087368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4233672"/>
            <a:ext cx="128016" cy="12801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88720" y="3941064"/>
            <a:ext cx="10451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Gujarati/Hindi query support required for this phase, or a later addition?</a:t>
            </a:r>
            <a:endParaRPr lang="en-US" sz="1350" dirty="0"/>
          </a:p>
        </p:txBody>
      </p:sp>
      <p:sp>
        <p:nvSpPr>
          <p:cNvPr id="17" name="Shape 10"/>
          <p:cNvSpPr/>
          <p:nvPr/>
        </p:nvSpPr>
        <p:spPr>
          <a:xfrm>
            <a:off x="548640" y="492861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5074920"/>
            <a:ext cx="128016" cy="12801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88720" y="4782312"/>
            <a:ext cx="10451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professors review AI-generated question banks/slides before publishing, or can they go out directly?</a:t>
            </a:r>
            <a:endParaRPr lang="en-US" sz="1350" dirty="0"/>
          </a:p>
        </p:txBody>
      </p:sp>
      <p:sp>
        <p:nvSpPr>
          <p:cNvPr id="20" name="Shape 12"/>
          <p:cNvSpPr/>
          <p:nvPr/>
        </p:nvSpPr>
        <p:spPr>
          <a:xfrm>
            <a:off x="548640" y="5769864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5916168"/>
            <a:ext cx="128016" cy="12801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188720" y="5623560"/>
            <a:ext cx="10451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source of truth for a student's branch and semester — an existing college ID system, or manual entry?</a:t>
            </a:r>
            <a:endParaRPr lang="en-US" sz="1350" dirty="0"/>
          </a:p>
        </p:txBody>
      </p:sp>
      <p:sp>
        <p:nvSpPr>
          <p:cNvPr id="23" name="Text 14"/>
          <p:cNvSpPr/>
          <p:nvPr/>
        </p:nvSpPr>
        <p:spPr>
          <a:xfrm>
            <a:off x="914400" y="644652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A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2026-08-23T17:50:41Z</dcterms:created>
  <dcterms:modified xsi:type="dcterms:W3CDTF">2026-08-23T17:50:41Z</dcterms:modified>
</cp:coreProperties>
</file>